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367" r:id="rId4"/>
    <p:sldId id="370" r:id="rId5"/>
    <p:sldId id="36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7D39630-6211-4A9E-B0E1-A51F7E804D97}">
          <p14:sldIdLst>
            <p14:sldId id="256"/>
            <p14:sldId id="367"/>
            <p14:sldId id="370"/>
            <p14:sldId id="3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53" autoAdjust="0"/>
    <p:restoredTop sz="94660"/>
  </p:normalViewPr>
  <p:slideViewPr>
    <p:cSldViewPr snapToGrid="0">
      <p:cViewPr varScale="1">
        <p:scale>
          <a:sx n="88" d="100"/>
          <a:sy n="88" d="100"/>
        </p:scale>
        <p:origin x="8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E57B1305-D698-4331-A0EA-E07DCBEA41DF}" type="datetimeFigureOut">
              <a:rPr lang="ru-RU" smtClean="0"/>
            </a:fld>
            <a:endParaRPr lang="ru-RU" dirty="0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ru-RU" dirty="0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FD678979-6F4E-44A8-ADAD-59BEE33F2EF8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06525" y="621030"/>
            <a:ext cx="9117965" cy="147002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Отчет о разработке НА за октябрь</a:t>
            </a:r>
            <a:r>
              <a:rPr lang="ru-RU" altLang="en-US" dirty="0" smtClean="0"/>
              <a:t> 2025 года</a:t>
            </a:r>
            <a:br>
              <a:rPr lang="ru-RU" dirty="0" smtClean="0"/>
            </a:br>
            <a:endParaRPr lang="ru-RU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ru-RU" dirty="0" smtClean="0"/>
              <a:t>01 </a:t>
            </a:r>
            <a:r>
              <a:rPr lang="ru-RU" altLang="ru-RU" dirty="0" smtClean="0"/>
              <a:t>но</a:t>
            </a:r>
            <a:r>
              <a:rPr lang="ru-RU" dirty="0" smtClean="0"/>
              <a:t>ября 2025</a:t>
            </a:r>
            <a:endParaRPr lang="ru-RU" dirty="0" smtClean="0"/>
          </a:p>
          <a:p>
            <a:r>
              <a:rPr lang="ru-RU" dirty="0"/>
              <a:t>Дмитрий Вавилов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 sz="3600" dirty="0" smtClean="0">
                <a:sym typeface="+mn-ea"/>
              </a:rPr>
              <a:t>Позитивные моменты</a:t>
            </a:r>
            <a:endParaRPr lang="ru-RU" altLang="ru-RU" sz="3600" dirty="0" smtClean="0"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ru-RU" altLang="en-US" sz="2800">
                <a:solidFill>
                  <a:schemeClr val="tx1"/>
                </a:solidFill>
                <a:sym typeface="+mn-ea"/>
              </a:rPr>
              <a:t>Демо-отель готов к интеграции</a:t>
            </a:r>
            <a:endParaRPr lang="ru-RU" altLang="en-US" sz="280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altLang="en-US" sz="2800">
                <a:solidFill>
                  <a:schemeClr val="tx1"/>
                </a:solidFill>
                <a:sym typeface="+mn-ea"/>
              </a:rPr>
              <a:t>Санатории готовы к пилотированию (старый 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web </a:t>
            </a:r>
            <a:r>
              <a:rPr lang="ru-RU" altLang="en-US" sz="2800">
                <a:solidFill>
                  <a:schemeClr val="tx1"/>
                </a:solidFill>
                <a:sym typeface="+mn-ea"/>
              </a:rPr>
              <a:t>интерфейс), предваительно проработаны требования</a:t>
            </a:r>
            <a:endParaRPr lang="ru-RU" altLang="en-US" sz="280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altLang="en-US" sz="2800">
                <a:solidFill>
                  <a:schemeClr val="tx1"/>
                </a:solidFill>
                <a:sym typeface="+mn-ea"/>
              </a:rPr>
              <a:t>Проработаны требования для прогноза</a:t>
            </a:r>
            <a:endParaRPr lang="ru-RU" altLang="en-US" sz="280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altLang="en-US" sz="2800">
                <a:solidFill>
                  <a:schemeClr val="tx1"/>
                </a:solidFill>
                <a:sym typeface="+mn-ea"/>
              </a:rPr>
              <a:t>Четкий план на месячный спринт</a:t>
            </a:r>
            <a:endParaRPr lang="ru-RU" altLang="en-US" sz="2800">
              <a:solidFill>
                <a:schemeClr val="tx1"/>
              </a:solidFill>
              <a:sym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ru-RU" altLang="en-US" sz="2450">
              <a:solidFill>
                <a:schemeClr val="tx1"/>
              </a:solidFill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245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altLang="ru-RU" sz="240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ru-RU" sz="3200">
              <a:solidFill>
                <a:srgbClr val="FF0000"/>
              </a:solidFill>
              <a:sym typeface="+mn-ea"/>
            </a:endParaRPr>
          </a:p>
          <a:p>
            <a:pPr marL="171450" lvl="1" indent="-457200"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FF0000"/>
              </a:solidFill>
              <a:sym typeface="+mn-ea"/>
            </a:endParaRPr>
          </a:p>
          <a:p>
            <a:pPr marL="171450" lvl="1" indent="-457200">
              <a:buFont typeface="Arial" panose="020B0604020202020204" pitchFamily="34" charset="0"/>
              <a:buChar char="•"/>
            </a:pPr>
            <a:endParaRPr lang="en-US" altLang="ru-RU" sz="3200"/>
          </a:p>
          <a:p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Выводы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Всего в октябре в работе - 20 задач</a:t>
            </a:r>
            <a:endParaRPr lang="ru-RU" altLang="en-US"/>
          </a:p>
          <a:p>
            <a:pPr lvl="1"/>
            <a:r>
              <a:rPr lang="ru-RU" altLang="en-US" sz="2800"/>
              <a:t>ошибок - 12</a:t>
            </a:r>
            <a:endParaRPr lang="ru-RU" altLang="en-US" sz="2800"/>
          </a:p>
          <a:p>
            <a:pPr lvl="1"/>
            <a:r>
              <a:rPr lang="ru-RU" altLang="en-US" sz="2800"/>
              <a:t>функциональностей - 8</a:t>
            </a:r>
            <a:r>
              <a:rPr lang="ru-RU" altLang="en-US"/>
              <a:t> (из них 2 - бизнес - аналитика)</a:t>
            </a:r>
            <a:endParaRPr lang="ru-RU" altLang="en-US"/>
          </a:p>
          <a:p>
            <a:r>
              <a:rPr lang="ru-RU" altLang="en-US"/>
              <a:t>Закрыто - 8 (из них 2 - бизнес аналитика, 5 - ошибки)</a:t>
            </a:r>
            <a:endParaRPr lang="ru-RU" altLang="en-US"/>
          </a:p>
          <a:p>
            <a:r>
              <a:rPr lang="ru-RU" altLang="en-US"/>
              <a:t>В стадии завершения и ревью - 7 (из низ 3 - ошибки)</a:t>
            </a:r>
            <a:endParaRPr lang="ru-RU" altLang="en-US"/>
          </a:p>
          <a:p>
            <a:r>
              <a:rPr lang="ru-RU" altLang="en-US"/>
              <a:t>Открыто - 5 (из них 4 - ошибки)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Опции для улучшения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ru-RU" altLang="en-US" sz="2800">
                <a:solidFill>
                  <a:schemeClr val="tx1"/>
                </a:solidFill>
                <a:sym typeface="+mn-ea"/>
              </a:rPr>
              <a:t>Планирование и отслеживание - переход</a:t>
            </a:r>
            <a:r>
              <a:rPr lang="ru-RU" altLang="en-US" sz="2800">
                <a:sym typeface="+mn-ea"/>
              </a:rPr>
              <a:t> к недельным или двухнедельным спринтам с еженедельным билдом</a:t>
            </a:r>
            <a:endParaRPr lang="ru-RU" altLang="en-US" sz="2800"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altLang="en-US" sz="2800">
                <a:solidFill>
                  <a:schemeClr val="tx1"/>
                </a:solidFill>
                <a:sym typeface="+mn-ea"/>
              </a:rPr>
              <a:t>Процесс - анализ и адаптация</a:t>
            </a:r>
            <a:r>
              <a:rPr lang="en-US" altLang="ru-RU" sz="28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этап</a:t>
            </a:r>
            <a:r>
              <a:rPr lang="ru-RU" altLang="en-US" sz="2800">
                <a:solidFill>
                  <a:schemeClr val="tx1"/>
                </a:solidFill>
                <a:sym typeface="+mn-ea"/>
              </a:rPr>
              <a:t>ов</a:t>
            </a:r>
            <a:r>
              <a:rPr lang="en-US" altLang="ru-RU" sz="28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жизненного</a:t>
            </a:r>
            <a:r>
              <a:rPr lang="en-US" altLang="ru-RU" sz="28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цикла</a:t>
            </a:r>
            <a:r>
              <a:rPr lang="en-US" altLang="ru-RU" sz="28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ошибки</a:t>
            </a:r>
            <a:r>
              <a:rPr lang="ru-RU" altLang="en-US" sz="2800">
                <a:solidFill>
                  <a:schemeClr val="tx1"/>
                </a:solidFill>
                <a:sym typeface="+mn-ea"/>
              </a:rPr>
              <a:t> </a:t>
            </a:r>
            <a:endParaRPr lang="ru-RU" altLang="en-US" sz="2800">
              <a:solidFill>
                <a:schemeClr val="tx1"/>
              </a:solidFill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ru-RU" altLang="en-US" sz="2450">
              <a:solidFill>
                <a:schemeClr val="tx1"/>
              </a:solidFill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245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altLang="ru-RU" sz="240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ru-RU" sz="3200">
              <a:solidFill>
                <a:srgbClr val="FF0000"/>
              </a:solidFill>
              <a:sym typeface="+mn-ea"/>
            </a:endParaRPr>
          </a:p>
          <a:p>
            <a:pPr marL="171450" lvl="1" indent="-457200"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FF0000"/>
              </a:solidFill>
              <a:sym typeface="+mn-ea"/>
            </a:endParaRPr>
          </a:p>
          <a:p>
            <a:pPr marL="171450" lvl="1" indent="-457200">
              <a:buFont typeface="Arial" panose="020B0604020202020204" pitchFamily="34" charset="0"/>
              <a:buChar char="•"/>
            </a:pPr>
            <a:endParaRPr lang="en-US" altLang="ru-RU" sz="3200"/>
          </a:p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WPS Presentation</Application>
  <PresentationFormat>Широкоэкранный</PresentationFormat>
  <Paragraphs>40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SimSun</vt:lpstr>
      <vt:lpstr>Wingdings</vt:lpstr>
      <vt:lpstr>Microsoft YaHei</vt:lpstr>
      <vt:lpstr>Arial Unicode MS</vt:lpstr>
      <vt:lpstr>Calibri</vt:lpstr>
      <vt:lpstr>Business Cooperate</vt:lpstr>
      <vt:lpstr>Отчет о разработке НА за октябрь 2025 года </vt:lpstr>
      <vt:lpstr>Позитивные моменты</vt:lpstr>
      <vt:lpstr>Выводы</vt:lpstr>
      <vt:lpstr>Опции для улучшения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Предложения по изменению процесса РИВЦ</dc:title>
  <dc:creator>Вавилов Дмитрий Олегович</dc:creator>
  <cp:lastModifiedBy>Dmitrii Vavilov</cp:lastModifiedBy>
  <cp:revision>260</cp:revision>
  <dcterms:created xsi:type="dcterms:W3CDTF">2025-04-11T07:28:00Z</dcterms:created>
  <dcterms:modified xsi:type="dcterms:W3CDTF">2025-11-04T17:56:44Z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1049-12.2.0.23131</vt:lpwstr>
  </property>
  <property fmtid="{D5CDD505-2E9C-101B-9397-08002B2CF9AE}" pid="3" name="ICV">
    <vt:lpwstr>2235432A39BB4E878C1112434BCA0099_13</vt:lpwstr>
  </property>
</Properties>
</file>